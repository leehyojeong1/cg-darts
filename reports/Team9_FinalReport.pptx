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905000"/>
            <a:ext cx="8128000" cy="5080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</a:rPr>
              <a:t>CG-DARTS:  Cost-Guided Differentiable Architecture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2489200"/>
            <a:ext cx="78740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616200"/>
            <a:ext cx="7874000" cy="2540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Extending DARTS with hardware-aware regularization and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49600"/>
            <a:ext cx="78740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Baek Jongjin   ·   Kim Ryeowook   (Team 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78200"/>
            <a:ext cx="7874000" cy="1524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CS.50700  ·  Final Project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0"/>
            <a:ext cx="7874000" cy="1524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Builds on the DARTS paper review (Team9_Presentation.pdf, slide 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65200"/>
            <a:ext cx="8128000" cy="3937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A1A1A"/>
                </a:solidFill>
                <a:latin typeface="Calibri"/>
              </a:rPr>
              <a:t>•  Recap of the proposal (open questions identified in the paper review)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A1A1A"/>
                </a:solidFill>
                <a:latin typeface="Calibri"/>
              </a:rPr>
              <a:t>•  Methods — across three branches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A1A1A"/>
                </a:solidFill>
                <a:latin typeface="Calibri"/>
              </a:rPr>
              <a:t>   –  Cost regularizer and five cost tables (FLOPs, params, memory, device, LUT)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A1A1A"/>
                </a:solidFill>
                <a:latin typeface="Calibri"/>
              </a:rPr>
              <a:t>   –  Softmax temperature annealing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A1A1A"/>
                </a:solidFill>
                <a:latin typeface="Calibri"/>
              </a:rPr>
              <a:t>   –  Cost-aware architecture derivation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A1A1A"/>
                </a:solidFill>
                <a:latin typeface="Calibri"/>
              </a:rPr>
              <a:t>•  Experimental setup and compared methods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A1A1A"/>
                </a:solidFill>
                <a:latin typeface="Calibri"/>
              </a:rPr>
              <a:t>•  Experimental results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A1A1A"/>
                </a:solidFill>
                <a:latin typeface="Calibri"/>
              </a:rPr>
              <a:t>   –  FLOPs sweep, Params metric, annealing pilot, L40S latency LUT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A1A1A"/>
                </a:solidFill>
                <a:latin typeface="Calibri"/>
              </a:rPr>
              <a:t>•  Analysis: skip-collapse, what works, what doesn't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A1A1A"/>
                </a:solidFill>
                <a:latin typeface="Calibri"/>
              </a:rPr>
              <a:t>•  Conclusions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1.  Proposal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From slide 16 of Team9_Presentation.pdf — the original DARTS authors' 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16000"/>
            <a:ext cx="8128000" cy="3810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 Open question O1 — closing the soft-to-hard discretization gap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   –  DARTS searches a continuous mixture (softmax over operations) but evaluates a discrete cell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   –  Liu et al. (2019) suggest annealing the softmax temperature as a possible remedy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 Open question O2 — performance-aware architecture-derivation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   –  The original top-k argmax derivation is blind to inference cost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   –  Calls for schemes that exploit the shared weights and account for compute / memory / latency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 Our thesis: bring hardware cost into BOTH the search loss AND the derivation step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   –  Differentiable cost regularizer during search  +  cost-aware top-k during derivation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   –  Tau-annealing as the bridge between the two regimes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2.  CG-DARTS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160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Augmented architecture loss: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346200"/>
            <a:ext cx="8382000" cy="4064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000" b="0" i="0">
                <a:solidFill>
                  <a:srgbClr val="4C72B0"/>
                </a:solidFill>
                <a:latin typeface="Cambria"/>
              </a:rPr>
              <a:t>L_arch(α) = L_val(w*(α), α)  +  λ · E_α[c]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905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where the expected cost over the soft mixture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1336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600" b="0" i="0">
                <a:solidFill>
                  <a:srgbClr val="4C72B0"/>
                </a:solidFill>
                <a:latin typeface="Cambria"/>
              </a:rPr>
              <a:t>E_α[c] = Σ_(i,j) Σ_o softmax(α^(i,j)/τ)_o · c_o^(i,j)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743200"/>
            <a:ext cx="8382000" cy="2159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c_o^(i,j)  — per-edge, per-primitive cost table (precomputed, differentiable through α)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τ  — softmax temperature; default 1.0, annealed during search to bridge soft→hard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λ  — cost weight; linearly warmed up over the first 10 search epochs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Five cost tables shipped: FLOPs · Params · Memory bytes · Device-blended · Measured LUT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Three derivation modes: argmax (DARTS default) · cost_sub · cost_div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3.  Method overview — three branches of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pic>
        <p:nvPicPr>
          <p:cNvPr id="5" name="Picture 4" descr="fig6_branch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965200"/>
            <a:ext cx="8128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4.  Method — cost regularizer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cnn/cost_utils.py + cnn/architect_cg.py (master)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16000"/>
            <a:ext cx="8382000" cy="3810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Cost is precomputed once before search starts:  one [num_edges × num_ops] table per cell type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Cells of the same type share α in DARTS → also share cost in CG-DARTS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Each cell-type cost table sums the per-op cost across all cells of that type in the supernet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Normalization (per-edge):  c̃[i,j,o] = (c[i,j,o] − min_o) / (max_o − min_o)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Removes the scale advantage of larger cells, lets one λ work across metrics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Architecture-loss backward pass: ∂E[c]/∂α has the closed-form softmax-Jacobian × cost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Adds &lt; 1% to per-step compute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Cost-warmup: λ_eff(epoch) = λ · min(1, (epoch+1)/warmup) for first WARMUP epochs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Avoids early bias when w is still random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5.  Method — five cost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8000" y="1016000"/>
          <a:ext cx="8636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5334000"/>
                <a:gridCol w="2286000"/>
              </a:tblGrid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Formula per primitive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Origin branch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flops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conv / depthwise / pool multiply-adds at supernet feature shape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learnable weight count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master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fp32 activation read + write bytes (proxy for traffic)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device-conditioned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w_f·flops + w_m·mem + w_ℓ·roofline_latency  (per device profile)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device-conditioned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measured per-primitive latency from scripts/measure_latency_lut.py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proposal-driven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8000" y="3683000"/>
            <a:ext cx="8382000" cy="10160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4C72B0"/>
                </a:solidFill>
                <a:latin typeface="Cambria"/>
              </a:rPr>
              <a:t>Roofline latency:   ℓ = max(flops / P_peak,  mem_bytes / B_bw)</a:t>
            </a:r>
          </a:p>
          <a:p>
            <a:pPr algn="l"/>
            <a:r>
              <a:rPr sz="1200" b="0" i="0">
                <a:solidFill>
                  <a:srgbClr val="4C72B0"/>
                </a:solidFill>
                <a:latin typeface="Cambria"/>
              </a:rPr>
              <a:t>                            P_peak from vendor FP32 spec, B_bw from memory-bus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4191000"/>
            <a:ext cx="8382000" cy="7620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The cost regularizer is metric-agnostic — same code path, different table.</a:t>
            </a:r>
          </a:p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All five metrics produce alpha-shaped tables so build_search_costs() returns a uniform interface.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6.  Method — device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cnn/device_profiles.py (device-conditioned branch)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8000" y="1016000"/>
          <a:ext cx="88900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2794000"/>
                <a:gridCol w="1333500"/>
                <a:gridCol w="1460500"/>
                <a:gridCol w="1905000"/>
              </a:tblGrid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SKU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FP32 TFLOPS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Mem BW (GB/s)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(w_f, w_m, w_ℓ)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jetson_orin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Jetson AGX Orin 64GB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(0.20, 0.60, 0.20)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rtx_pro_6000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RTX PRO 6000 Blackwell WS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125.0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1792.0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(0.35, 0.35, 0.30)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NVIDIA H100 SXM5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3350.0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(0.50, 0.20, 0.30)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8000" y="2794000"/>
            <a:ext cx="8382000" cy="2032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Weights follow the CG_DARTS Proposal v3 presets (edge / balanced / server)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Vendor specs are the only inputs; the roofline closes the gap to per-op cost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Same metric=device pipeline searches a different cell per profile — same code, three deployments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7.  Method — measured latency LUT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scripts/measure_latency_lut.py (proposal-driven branch)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16000"/>
            <a:ext cx="8382000" cy="3810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 For each (edge_idx, primitive, stride, C, H, W) tuple in the 8-cell supernet: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   –  Build the primitive (with BN for pool ops, like the supernet does)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   –  Warm up 5 iters; time N iters with torch.cuda.Event start/end and torch.cuda.synchronize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   –  Accumulate into an alpha-shaped table summed across cells of the same type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 Output: reports/latency_lut/&lt;device&gt;.json with metadata + 14×8 tables per cell type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 Consumed via:   --cost_metric lut  --lut_path reports/latency_lut/l40s.json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1A1A1A"/>
                </a:solidFill>
                <a:latin typeface="Calibri"/>
              </a:rPr>
              <a:t>•  Same downstream code path as flops / params / mem / device → no special-casing in train_search_cg.py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8.  Method — softmax annealing  (motivation)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Open question O1 from our proposal: closing the soft-to-hard discretization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16000"/>
            <a:ext cx="8382000" cy="228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The problem  —  DARTS search and DARTS evaluation optimize different functions: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295400"/>
            <a:ext cx="8255000" cy="9398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Search:  L_val is computed on a soft mixture  ō(x) = Σ_o softmax(α)_o · o(x)  over all candidate ops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Evaluation:  the discrete cell uses only argmax_o α_o on each edge  —  every other op vanishes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Consequence:  search_valid_acc  ≠  retrain_test_acc.  The search optimizer never directly sees the model it 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286000"/>
            <a:ext cx="8382000" cy="228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100" b="1" i="0">
                <a:solidFill>
                  <a:srgbClr val="4C72B0"/>
                </a:solidFill>
                <a:latin typeface="Calibri"/>
              </a:rPr>
              <a:t>Concrete evidence of the gap  (FLOPs CG-DARTS, λ=1e-2, seed=2):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40000"/>
            <a:ext cx="8382000" cy="228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300" b="0" i="0">
                <a:solidFill>
                  <a:srgbClr val="4C72B0"/>
                </a:solidFill>
                <a:latin typeface="Cambria"/>
              </a:rPr>
              <a:t>search_valid_acc = 87.61%      vs      retrain_test_acc = 96.05%       →  ~8 pp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946400"/>
            <a:ext cx="8382000" cy="228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What annealing buys us  —  the limit τ → 0: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225800"/>
            <a:ext cx="8255000" cy="1524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softmax(α / τ) becomes one-hot at argmax_o α_o  →  the soft mixture IS the discrete cell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search_valid_acc  →  the validation accuracy of the cell derivation will pick  (gap closes by construction)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Expected cost E_α[c] becomes the discrete cost of the chosen cell — the regularizer penalizes the deployed model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Liu et al. (2019) themselves flag annealing as the natural remedy in the Discussion section of the paper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9.  Method — softmax annealing  (intuition)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Same α, three temperature regimes — orange bar marks the argmax operation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fig9_annealing_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939800"/>
            <a:ext cx="8128000" cy="34318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000" y="4572000"/>
            <a:ext cx="838200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Annealing τ → 0 progressively makes the mixture identical to the discrete architecture.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That is the mechanism by which the soft-to-hard gap on the previous slide closes.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10.  Method — softmax annealing  (implementation)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The actual code paths, flags, and per-model state that make annealing work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16000"/>
            <a:ext cx="8382000" cy="228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Replace softmax(α) with softmax(α / τ) in BOTH the mixed-op forward and the cost expectation: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295400"/>
            <a:ext cx="8382000" cy="304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400" b="0" i="0">
                <a:solidFill>
                  <a:srgbClr val="4C72B0"/>
                </a:solidFill>
                <a:latin typeface="Cambria"/>
              </a:rPr>
              <a:t>ō(x) = Σ_o softmax(α/τ)_o · o(x)        E_α[c] = Σ softmax(α/τ)_o · c_o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778000"/>
            <a:ext cx="8382000" cy="3048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tau-schedule arg:  linear / exp / none.   Defaults to τ=1.0 (matches paper).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Three flags:  --tau_start  --tau_end  --tau_anneal {linear,exp,none}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Property:  as τ → 0,  softmax(α/τ) → one-hot at argmax_o α_o.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→  E_α[c] converges to the discrete cost of the cell that derivation will pick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→  Closes the gap between the soft objective minimized during search and the discrete model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The whole network exposes self.tau so .new() and the unrolled gradient inherit the schedule correctly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11.  Method — cost-aware architecture derivation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Addresses open question O2 (performance-aware derivation)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016000"/>
            <a:ext cx="8382000" cy="228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Same top-k structure as DARTS, but the per-edge × per-op score s(j,o) is mode-dependent: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8000" y="1397000"/>
          <a:ext cx="85090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/>
                <a:gridCol w="2794000"/>
                <a:gridCol w="3556000"/>
              </a:tblGrid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Score s(j, o)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argmax  (DARTS 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softmax(α)[j,o]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cost-blind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cost_sub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softmax(α)[j,o] − μ · c̃[j,o]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additive penalty; μ tunable at derivation time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cost_div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softmax(α)[j,o] / (ε + c̃[j,o])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favours value-per-cost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8000" y="3200400"/>
            <a:ext cx="8382000" cy="1524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Selection is shared: same s(j,o) drives top-2 edges and the chosen op per edge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scripts/rederive_genotype.py loads weights.pt and emits  genotype.&lt;mode&gt;.txt  post hoc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ONE search → three derived genotypes → three retrains.  No extra search cost.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12.  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8000" y="939800"/>
          <a:ext cx="863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350000"/>
              </a:tblGrid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CIFAR-10  ·  cutout-free transforms (search)  ·  cutout-16 + auxiliary tower (retrain)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Search supernet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 cells  ·  16 init channels  ·  steps=4  ·  half train / half val split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Search 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SGD w/ momentum 0.9, cosine LR 2.5e-2 → 0, weight decay 3e-4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Architecture optimizer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Adam lr 3e-4, β=(0.5, 0.999), weight decay 1e-3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Search epochs /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  ·  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Retrain network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 cells  ·  36 init channels  ·  auxiliary weight 0.4  ·  drop_path 0.2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Retrain epochs /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100  ·  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Cost reg.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λ ∈ {1e-3, 5e-3, 1e-2, 5e-2, 1e-1};  warmup 10 ep;  edge normalization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Annealing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tau linear 5.0 → 0.1 over 50 epochs (pilot)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Seeds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single seed = 2  (multi-seed orchestrator implemented but not authorized for production)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NVIDIA L40S × 2  (only GPU 0 used; GPU 1 was held by a collaborator's job)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13.  Compared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965200"/>
          <a:ext cx="8509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1460500"/>
                <a:gridCol w="1460500"/>
                <a:gridCol w="1778000"/>
                <a:gridCol w="1714500"/>
              </a:tblGrid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Cost-aware?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Derivation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Reported on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DARTS V1  (first-order, 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argmax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CIFAR-10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Liu et al. (2019), Table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DARTS V2  (second-order, paper)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argmax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CIFAR-10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Liu et al. (2019), Table 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Vanilla DARTS  (our 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argmax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CIFAR-10 (our protocol)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CG-DARTS FLOPs  (λ sweep)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yes (FLOPs)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argmax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CIFAR-10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master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CG-DARTS Params  (λ sweep)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yes (params)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argmax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CIFAR-10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device-conditioned branch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CG-DARTS Device  (per profile)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yes (FLOPs+mem+roofline)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argmax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3 tiers, 95.4-95.6% retrain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device-conditioned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CG-DARTS Annealing  (pilot)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yes (FLOPs)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argmax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CIFAR-10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proposal-driven (this)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CG-DARTS Cost-derived  (pilots)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yes (FLOPs)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cost_sub / cost_div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queued; not yet retrained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proposal-driven (this)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14.  Results — FLOPs-cost CG-DARTS sweep (table)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reports/cg_darts/summary.csv  ·  seed=2  ·  50ep search / 100ep retrain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5600" y="1016000"/>
          <a:ext cx="8382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889000"/>
                <a:gridCol w="1016000"/>
                <a:gridCol w="1206500"/>
                <a:gridCol w="889000"/>
                <a:gridCol w="952500"/>
                <a:gridCol w="889000"/>
                <a:gridCol w="1016000"/>
              </a:tblGrid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Search valid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Expected cost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Discrete MACs (M)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MACs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Params (M)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Params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Retrain test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Vanilla DARTS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87.93%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477.96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95.97%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CG-DARTS  λ=1e-3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87.52%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7.11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509.70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−6.6%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3.25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−7.6%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CG-DARTS  λ=5e-3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87.28%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426.31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CG-DARTS  λ=1e-2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87.61%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6.24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420.12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+12.1%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2.63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+13.0%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96.05%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CG-DARTS  λ=5e-2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87.10%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255.64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+48.7%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93.96%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CG-DARTS  λ=1e-1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86.77%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1.76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282.76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+40.8%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1.73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+42.7%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8000" y="3683000"/>
            <a:ext cx="8382000" cy="7620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λ=1e-2 is Pareto-dominant under matched protocol:   +0.08 pp retrain accuracy AND −12.1% MACs AND −13.0% params vs. vanilla.</a:t>
            </a:r>
          </a:p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λ=5e-2 is the 'aggressive' point: roughly half the MACs at a 2 pp accuracy cost.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15.  Results — FLOPs Pareto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Stars: retrain test accuracy  ·  circles: search-time validation  ·  dashed line: retrain Pareto frontier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fig1_flops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939800"/>
            <a:ext cx="8128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16.  Results — cost reduction across λ  (master FLOPs sweep)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reports/cg_darts/summary.csv  ·  vanilla DARTS as baseline  ·  signed % reductions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fig7_master_lambd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939800"/>
            <a:ext cx="8128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17.  Results — Params-metric CG-DARTS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reports/cg_darts_params/summary.csv  ·  seed=2  ·  30ep search / 50ep retrain (fast pipeline)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fig2_params_vs_flops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939800"/>
            <a:ext cx="8128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18.  Results — Device-conditioned CG-DARTS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Edge (Jetson Orin) / Middle (RTX PRO 6000) / High (H100)  ·  λ=1e-2  ·  seed=2  ·  50ep search / 100ep retrain  ·  device-conditioned branch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20</a:t>
            </a:r>
          </a:p>
        </p:txBody>
      </p:sp>
      <p:pic>
        <p:nvPicPr>
          <p:cNvPr id="6" name="Picture 5" descr="fig8_device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939800"/>
            <a:ext cx="8636000" cy="36463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5600" y="4495800"/>
            <a:ext cx="8636000" cy="457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Edge profile (high mem weight) → leanest cell (314 M MACs, 1.94 M params).  H100 profile (high compute weight) → largest cell (431 M MACs, 2.71 M params).</a:t>
            </a:r>
          </a:p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All three retrains land at 95.4–95.6% — within 0.6 pp of vanilla DARTS, with at most −34% MACs and −36% params.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19.  Results — annealing pilot #1: linear τ=5→0.1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cnn/search-cg-anneal-tau5to01-lambda1em2-seed2  ·  valid peaks near τ≈1.0 then collapses — first attempt, failed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fig3_annealing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939800"/>
            <a:ext cx="8128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20.  Results — annealing pilot #2: schedule shape is decisive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Holding τ=1 through the supernet's learning phase, then annealing only the last 20%, avoids collapse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fig10_anneal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914400"/>
            <a:ext cx="8636000" cy="3646311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4191000"/>
          <a:ext cx="7810500" cy="77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/>
                <a:gridCol w="1905000"/>
                <a:gridCol w="1206500"/>
                <a:gridCol w="1016000"/>
                <a:gridCol w="1524000"/>
              </a:tblGrid>
              <a:tr h="2032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λ=1e-2 variant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τ schedule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Search-valid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Retrain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Normal-cell convs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1905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no anneal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τ=1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87.61 %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96.05 %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linear (pilot #1)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τ=5→0.1 from ep 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82.91 %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not run (skip cell)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~2 (skip-dominated)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1905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hold-then-cosine (pilot #2)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τ=1 to ep39, →0.3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85.40 %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96.04 %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4 conv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21.  Results — L40S latency LUT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reports/latency_lut/l40s.json  ·  50-iter timing per primitive (batch=1)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23</a:t>
            </a:r>
          </a:p>
        </p:txBody>
      </p:sp>
      <p:pic>
        <p:nvPicPr>
          <p:cNvPr id="6" name="Picture 5" descr="fig4_l40s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939800"/>
            <a:ext cx="8128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22.  Results — comparison with Liu et al. (2019)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5600" y="965200"/>
          <a:ext cx="8763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05000"/>
                <a:gridCol w="2794000"/>
                <a:gridCol w="1778000"/>
              </a:tblGrid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Liu et al. (2019)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Best CIFAR-10 test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2.76% (V2, 600ep, 4-seed)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3.95% (CG-DARTS λ=1e-2, FO, 100ep)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✗ raw accuracy not matched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Search-cost regularization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λ · E[c] across 5 metrics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✓ new capability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Hardware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3 device profiles + measured LUT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✓ new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Architecture derivation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top-k argmax on α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argmax + cost_sub + cost_div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✓ open question O2 addressed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Soft-to-hard discretization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flagged as future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τ-annealing + τ-aware E[c]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✓ open question O1 addressed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Multi-seed protocol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4-seed model selection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single seed pilots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✗ not yet matched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2540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Pareto operating point (CG-DARTS vs. vanilla, matched seed/protocol)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+0.08 pp acc · −12% MACs · −13% params  @ λ=1e-2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✓ Pareto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23.  Analysis — skip-collapse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00" y="508000"/>
            <a:ext cx="8382000" cy="20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Cost regularization amplifies the DARTS skip-collapse pathology (Zela et al. 2020, Liang et al. DARTS+)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25</a:t>
            </a:r>
          </a:p>
        </p:txBody>
      </p:sp>
      <p:pic>
        <p:nvPicPr>
          <p:cNvPr id="6" name="Picture 5" descr="fig5_op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990600"/>
            <a:ext cx="8128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24.  Discussion — what works, what doesn't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16000"/>
            <a:ext cx="8382000" cy="3810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What works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λ=1e-2 Pareto-dominates vanilla under matched protocol — cheaper AND slightly more accurate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Cost regularizer is metric-agnostic and the same code searches FLOPs / params / memory / device / LUT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Device conditioning produces genuinely different cells per tier, all within 0.6 pp of vanilla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Annealing CAN be done safely — schedule shape is what matters, not annealing per se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What doesn't (or doesn't yet)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Linear annealing collapses (search-valid 82.9%, skip-dominated cell) — anneals through the learning phase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Hold-then-cosine rescues it (96.04% retrain, healthy cell) but is accuracy/cost-NEUTRAL at λ=1e-2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So annealing is safe but not yet a win — its value needs higher λ or pairing with cost-aware derivation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Single-seed throughout: 0.08 pp deltas are within DARTS seed noise (Zela et al. 2020: ~1 pp std)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25.  Branch contribution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5600" y="965200"/>
          <a:ext cx="8382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3556000"/>
                <a:gridCol w="2857500"/>
              </a:tblGrid>
              <a:tr h="2794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Code contributions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Result artifacts</a:t>
                      </a:r>
                    </a:p>
                  </a:txBody>
                  <a:tcPr>
                    <a:solidFill>
                      <a:srgbClr val="4C72B0"/>
                    </a:solidFill>
                  </a:tcPr>
                </a:tc>
              </a:tr>
              <a:tr h="12192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master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(initial CG-DARTS)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cost_utils.py (FLOPs, params, edge norm, λ warmup)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architect_cg.py (cost-aware bilevel update)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train_search_cg.py (driver)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run_cg_sweep.sh, cg_darts_report.py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reports/cg_darts/summary.csv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(6 runs: vanilla + 5 λ)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Best: λ=1e-2 retrain 96.05% / −12% MACs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experiment/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device-conditioned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memory-bytes metric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device_profiles.py (Jetson/RTX PRO/H100)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FLOPs+mem+roofline blend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params pipeline + report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device pipeline + full retrains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reports/cg_darts_params/summary.csv (λ=1e-2, 5e-2)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reports/cg_darts_device/summary.csv (3 device tiers)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Best params: λ=5e-2 → 94.22% / −32% MACs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Device: Edge tier → 95.40% at 313 MACs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1219200"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experiment/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proposal-driven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(this)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τ-annealing search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cost-aware derivation (cost_sub/cost_div)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latency LUT + cross-device eval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multi-seed orchestrator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post-hoc rederivation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Pareto plotting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final report +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8100" rIns="38100" tIns="25400" bIns="25400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reports/latency_lut/l40s.json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annealing pilot 50ep search</a:t>
                      </a:r>
                    </a:p>
                    <a:p>
                      <a:r>
                        <a:rPr sz="900">
                          <a:solidFill>
                            <a:srgbClr val="1A1A1A"/>
                          </a:solidFill>
                          <a:latin typeface="Calibri"/>
                        </a:rPr>
                        <a:t>cost-aware-disc pilot search complete (retrain pending)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26. 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90600"/>
            <a:ext cx="8382000" cy="3937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Single seed (seed=2).  +0.08 pp delta is within DARTS seed noise.  Multi-seed runner is implemented, not yet executed.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First-order updates only.  Second-order compare script is staged; the Hessian-vector path is implemented but not benchmarked.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100-epoch retrain instead of the paper's 600.  Our absolute accuracies are 1–2 pp below the published numbers and not directly comparable.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Skip-collapse not eliminated.  CG-DARTS amplifies it; would need PC-DARTS / DARTS+ / DARTS-PT to fix.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No on-device validation.  Roofline + LUT are good but a Jetson / H100 run has not happened.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No ImageNet transfer.  Paper transfers the CIFAR-10 cell at 26.7% top-1.  We do not.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No PTB / recurrent CG-DARTS.  rnn/ subtree is untouched; cost-regularization concept carries over but is not implemented.</a:t>
            </a:r>
          </a:p>
          <a:p>
            <a:pPr>
              <a:lnSpc>
                <a:spcPct val="120000"/>
              </a:lnSpc>
            </a:pPr>
            <a:r>
              <a:rPr sz="1100">
                <a:solidFill>
                  <a:srgbClr val="1A1A1A"/>
                </a:solidFill>
                <a:latin typeface="Calibri"/>
              </a:rPr>
              <a:t>•  Cost-aware derivation retrain results not in by the time of writing — only the search infra and one in-flight retrain queue.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27. 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16000"/>
            <a:ext cx="8382000" cy="3810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CG-DARTS makes hardware cost a first-class signal in DARTS, in both the bilevel objective and the discretization step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Both open questions from our proposal's slide 16 are addressed: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O1 (soft-to-hard gap)  →  τ annealing + τ-aware expected cost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O2 (performance-aware derivation)  →  cost_sub / cost_div top-k modes selectable post-hoc on one search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On a matched single-seed protocol, CG-DARTS at λ=1e-2 Pareto-dominates vanilla DARTS: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+0.08 pp retrain accuracy   ·   −12% MACs   ·   −13% params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Empirical surprise:  annealing's effect is decided by SCHEDULE SHAPE, not annealing itself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Linear τ=5→0.1 collapses the search; hold-then-cosine (anneal only last 20%) recovers it (96.04% retrain)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But hold-then-cosine is accuracy/cost-neutral at λ=1e-2 — annealing is safe, not yet a win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•  We do NOT beat the paper's 2.76% headline — that requires multi-seed selection + 600-epoch retrain</a:t>
            </a:r>
          </a:p>
          <a:p>
            <a:pPr>
              <a:lnSpc>
                <a:spcPct val="120000"/>
              </a:lnSpc>
            </a:pPr>
            <a:r>
              <a:rPr sz="1200">
                <a:solidFill>
                  <a:srgbClr val="1A1A1A"/>
                </a:solidFill>
                <a:latin typeface="Calibri"/>
              </a:rPr>
              <a:t>   –  Infrastructure for all of it is ready in this branch; only GPU-time is missing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600" y="177800"/>
            <a:ext cx="8382000" cy="355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</a:rPr>
              <a:t>28.  Future work +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736600"/>
            <a:ext cx="8432800" cy="7620"/>
          </a:xfrm>
          <a:prstGeom prst="rect">
            <a:avLst/>
          </a:prstGeom>
          <a:solidFill>
            <a:srgbClr val="333333"/>
          </a:solidFill>
          <a:ln w="762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6000" y="4902200"/>
            <a:ext cx="457200" cy="1778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990600"/>
            <a:ext cx="8382000" cy="39370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 Immediate (already staged in scripts/, ~1 GPU-day each)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Multi-seed FLOPs sweep at λ ∈ {1e-2, 5e-2} × seeds {0,1,2,3}  (scripts/run_multi_seed.sh)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First-order vs second-order CG-DARTS at λ=1e-2  (scripts/run_second_order_compare.sh)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Skip-share-vs-λ diagnostic on the multi-seed output  (scripts/skip_share_diagnostic.py)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Cross-device transfer matrix on existing cells  (scripts/cross_device_eval.py)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 Medium-term (1–2 GPU weeks)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On-device latency validation: run cells on a real Jetson / H100; replace roofline with measurements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Search at 600-epoch retrain protocol with 4-seed selection — closes the comparison-fairness gap with the paper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Recurrent CG-DARTS on PTB (rnn/) — cost formulation per step × sequence length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•  References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Liu, Simonyan, Yang.  DARTS: Differentiable Architecture Search.  ICLR 2019.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Zela et al.  Understanding and Robustifying Differentiable Architecture Search.  ICLR 2020.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Liang et al.  DARTS+: Improved DARTS with Early Stopping.  arXiv 1909.06035.</a:t>
            </a:r>
          </a:p>
          <a:p>
            <a:pPr>
              <a:lnSpc>
                <a:spcPct val="118000"/>
              </a:lnSpc>
            </a:pPr>
            <a:r>
              <a:rPr sz="1000">
                <a:solidFill>
                  <a:srgbClr val="1A1A1A"/>
                </a:solidFill>
                <a:latin typeface="Calibri"/>
              </a:rPr>
              <a:t>   –  Cai, Zhu, Han.  ProxylessNAS: Direct NAS on Target Task and Hardware.  ICLR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